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fr-FR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latin typeface="Arial"/>
              </a:rPr>
              <a:t>Cliquez pour éditer le format du texte-titre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latin typeface="Arial"/>
              </a:rPr>
              <a:t>Cliquez pour éditer le format du texte-titre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Cliquez pour éditer le format du plan de texte</a:t>
            </a:r>
            <a:endParaRPr b="0" lang="fr-F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Arial"/>
              </a:rPr>
              <a:t>Second niveau de plan</a:t>
            </a:r>
            <a:endParaRPr b="0" lang="fr-F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Troisième niveau de plan</a:t>
            </a:r>
            <a:endParaRPr b="0" lang="fr-F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latin typeface="Arial"/>
              </a:rPr>
              <a:t>Quatrième niveau de plan</a:t>
            </a:r>
            <a:endParaRPr b="0" lang="fr-F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Cinquième niveau de plan</a:t>
            </a:r>
            <a:endParaRPr b="0" lang="fr-F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Sixième niveau de plan</a:t>
            </a:r>
            <a:endParaRPr b="0" lang="fr-F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latin typeface="Arial"/>
              </a:rPr>
              <a:t>Septième niveau de plan</a:t>
            </a:r>
            <a:endParaRPr b="0" lang="fr-F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186000" y="738000"/>
            <a:ext cx="3653640" cy="3653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288000" y="504000"/>
            <a:ext cx="4571280" cy="4571280"/>
          </a:xfrm>
          <a:prstGeom prst="rect">
            <a:avLst/>
          </a:prstGeom>
          <a:ln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5400000" y="648000"/>
            <a:ext cx="4031640" cy="4031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2106360" y="144000"/>
            <a:ext cx="5669280" cy="5669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2304000" y="0"/>
            <a:ext cx="5669280" cy="5669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1584000" y="-360000"/>
            <a:ext cx="6604560" cy="3301920"/>
          </a:xfrm>
          <a:prstGeom prst="rect">
            <a:avLst/>
          </a:prstGeom>
          <a:ln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1655640" y="2952000"/>
            <a:ext cx="6336000" cy="316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432360" y="-1728000"/>
            <a:ext cx="9143280" cy="4571280"/>
          </a:xfrm>
          <a:prstGeom prst="rect">
            <a:avLst/>
          </a:prstGeom>
          <a:ln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432360" y="2916360"/>
            <a:ext cx="9143280" cy="4571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504000" y="-2051640"/>
            <a:ext cx="9143280" cy="4571280"/>
          </a:xfrm>
          <a:prstGeom prst="rect">
            <a:avLst/>
          </a:prstGeom>
          <a:ln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648360" y="2484360"/>
            <a:ext cx="9143280" cy="4571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1872000" y="0"/>
            <a:ext cx="5670360" cy="5670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rcRect l="0" t="5764" r="50283" b="0"/>
          <a:stretch/>
        </p:blipFill>
        <p:spPr>
          <a:xfrm>
            <a:off x="864000" y="856800"/>
            <a:ext cx="7847640" cy="4183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2022-05-10T16:19:42Z</dcterms:created>
  <dc:creator/>
  <dc:description/>
  <dc:language>fr-FR</dc:language>
  <cp:lastModifiedBy/>
  <dcterms:modified xsi:type="dcterms:W3CDTF">2022-05-11T10:37:38Z</dcterms:modified>
  <cp:revision>2</cp:revision>
  <dc:subject/>
  <dc:title/>
</cp:coreProperties>
</file>