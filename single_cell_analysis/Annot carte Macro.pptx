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27"/>
    <p:restoredTop sz="96405"/>
  </p:normalViewPr>
  <p:slideViewPr>
    <p:cSldViewPr snapToGrid="0" snapToObjects="1">
      <p:cViewPr varScale="1">
        <p:scale>
          <a:sx n="87" d="100"/>
          <a:sy n="87" d="100"/>
        </p:scale>
        <p:origin x="20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B46D4D-5E2E-C469-BBB5-01F143708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A018AC2-A081-F7F9-6597-0B0F2C9C9C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66C1DC-EDF6-2CDF-BDDE-C9E496907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BB604E-63A0-FAB0-00BF-D158BA93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B705BA-E322-BC2E-4B81-CB22C30D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2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1CE24C-E15F-DFCA-0A6E-71BE05E83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626203-B10B-54B0-5F41-6AC042965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85FE4B-D6CC-65E6-7493-22606C3E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7579BF-190B-D337-55A7-E0C34B73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2D1EE0-4A1B-57F1-22F6-B2749600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93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6FE954-508E-5FB4-A4C4-A92ECBDAE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31A0B8-3944-954D-EFE4-4BC7F0EEE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1E2844-6571-FBF5-7820-54062E2C9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6AF993-4175-6C65-D0D2-8E980C3A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EDC163-192A-DAEF-70E4-4160AB29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44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6C58A7-3968-F644-FAF2-3BAAEC0A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39B899-BBC4-1AAF-783C-F43E79E0A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622EF0-14F9-09D7-550F-6C7B4A0C6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91F9055-8574-4D1A-D50C-6C536329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F36B3B-7023-CC18-88B3-8B760ED8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F73A23-4B40-2530-57E3-2F9148DB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907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B9D871-BD3F-7AD4-45ED-E85782EF2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16F785-8798-BD30-DF9C-815FAF558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531A77-05B4-63D5-1B63-62434FE54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4217737-0BEF-5D55-2331-B65B9B0BA7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48D65E-5725-23D2-85C0-CE197E224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BB2B64F-E153-CF0B-79F0-01D6909E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E4E7494-922F-BA2D-D2F8-41DEEB198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712C443-CD06-B458-BE2D-42EF001B2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63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D738C1-724A-22A1-3629-134C1052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C19D97C-FB4F-DF1B-1FF8-78A08390B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2D807B2-01A4-5683-D3F2-19AD7650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CE6A61-EE76-0229-095A-D64E429E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25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5B1BB81-0330-330A-392C-AD82F92A0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0EB09C3-90DB-ED90-72EA-24ED1670D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F3DCBA-D32F-F96B-BC26-97F336C7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93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0A079C-5076-1EAF-5639-6B31F2CA5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2C095-14C7-EB89-8CB5-3435DDCB6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F44122-5C81-B088-4CD4-5ADA2D147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1093C0-DF83-2846-F075-7C3AB09F1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645AEB-11AF-B1AE-9595-DD9C8D95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22AF12-BE1B-C41D-97F8-6D09C26CA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980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5A7AED-88C1-01BD-9175-846EC7CBA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642E1BE-8809-B342-7C6E-3CF7AD118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B8FF93-7EF2-C64B-D368-A754C2833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B0A3D9-8AB5-FD7E-BC2C-5DD25249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F7B645-67ED-EA42-3AD3-2C39BCDF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3CD5D1-DC43-9D70-B476-C4146C68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781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D79065-8E5D-A95E-FAC8-0F01F2C7E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3C32D2-0F4B-5F69-9E61-11DCC530C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8EA539-E027-A3A7-E0B4-1C9256A50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48BA73-1E6D-BFE1-37AE-034148A1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264F85-BD37-8335-784F-FD466E86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409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518CD5A-0B62-2CE8-A544-1CC6C619A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421997-0AA8-3E02-206B-6F5BD47A3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FD6E22-9FEE-1DAD-7E32-EA52F92C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A20198-E166-DD1C-2B32-1EEA1092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4EDBE3-3A45-4E01-4959-47668BD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7850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F3EAD05-9389-9FE9-0D68-1563F694B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0FC65F-A26D-7A55-9B95-FF46E88A6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C7A33A-2941-4E36-F909-E213F5708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DE991-5E23-CB4A-BECE-D5DFEA50B7CF}" type="datetimeFigureOut">
              <a:rPr lang="fr-FR" smtClean="0"/>
              <a:t>29/06/2022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4A9F6E-D3B7-D0D1-32B3-961E61EB7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86CC0C-1B34-2E0E-646C-4FE61F9B5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911A1-B1A7-A74C-B212-A77B2D85E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774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364074B-DECD-0E30-80B8-2125BC650D15}"/>
              </a:ext>
            </a:extLst>
          </p:cNvPr>
          <p:cNvPicPr/>
          <p:nvPr/>
        </p:nvPicPr>
        <p:blipFill>
          <a:blip r:embed="rId2"/>
          <a:srcRect l="17391" t="23311" r="64398" b="10649"/>
          <a:stretch/>
        </p:blipFill>
        <p:spPr>
          <a:xfrm>
            <a:off x="624000" y="492028"/>
            <a:ext cx="5472000" cy="5581440"/>
          </a:xfrm>
          <a:prstGeom prst="rect">
            <a:avLst/>
          </a:prstGeom>
          <a:ln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0507E53-F3F2-4F00-7177-EBCF49ECF329}"/>
              </a:ext>
            </a:extLst>
          </p:cNvPr>
          <p:cNvSpPr txBox="1"/>
          <p:nvPr/>
        </p:nvSpPr>
        <p:spPr>
          <a:xfrm>
            <a:off x="7694579" y="1177047"/>
            <a:ext cx="3436325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0: Sparc+ MO</a:t>
            </a:r>
          </a:p>
          <a:p>
            <a:r>
              <a:rPr lang="fr-FR" dirty="0"/>
              <a:t>1: Folr2+ monocytes</a:t>
            </a:r>
          </a:p>
          <a:p>
            <a:r>
              <a:rPr lang="fr-FR" dirty="0"/>
              <a:t>2: </a:t>
            </a:r>
            <a:r>
              <a:rPr lang="fr-FR" dirty="0">
                <a:solidFill>
                  <a:srgbClr val="FF0000"/>
                </a:solidFill>
              </a:rPr>
              <a:t>Mono/</a:t>
            </a:r>
            <a:r>
              <a:rPr lang="fr-FR" dirty="0">
                <a:solidFill>
                  <a:srgbClr val="FF0000"/>
                </a:solidFill>
                <a:latin typeface="Helvetica" pitchFamily="2" charset="0"/>
              </a:rPr>
              <a:t>M</a:t>
            </a:r>
            <a:r>
              <a:rPr lang="el-GR" dirty="0">
                <a:solidFill>
                  <a:srgbClr val="FF0000"/>
                </a:solidFill>
                <a:latin typeface="Helvetica" pitchFamily="2" charset="0"/>
              </a:rPr>
              <a:t>Φ</a:t>
            </a:r>
            <a:r>
              <a:rPr lang="fr-FR" dirty="0">
                <a:solidFill>
                  <a:srgbClr val="FF0000"/>
                </a:solidFill>
              </a:rPr>
              <a:t>?</a:t>
            </a:r>
          </a:p>
          <a:p>
            <a:r>
              <a:rPr lang="fr-FR" dirty="0"/>
              <a:t>3: </a:t>
            </a:r>
            <a:r>
              <a:rPr lang="fr-FR" dirty="0">
                <a:latin typeface="Helvetica" pitchFamily="2" charset="0"/>
              </a:rPr>
              <a:t>H2-Ab1+ M</a:t>
            </a:r>
            <a:r>
              <a:rPr lang="el-GR" dirty="0">
                <a:latin typeface="Helvetica" pitchFamily="2" charset="0"/>
              </a:rPr>
              <a:t>Φ</a:t>
            </a:r>
            <a:endParaRPr lang="fr-FR" dirty="0">
              <a:latin typeface="Helvetica" pitchFamily="2" charset="0"/>
            </a:endParaRPr>
          </a:p>
          <a:p>
            <a:r>
              <a:rPr lang="fr-FR" dirty="0"/>
              <a:t>4: Trem2+</a:t>
            </a:r>
          </a:p>
          <a:p>
            <a:r>
              <a:rPr lang="fr-FR" dirty="0"/>
              <a:t>5: Lars2+</a:t>
            </a:r>
          </a:p>
          <a:p>
            <a:r>
              <a:rPr lang="fr-FR" dirty="0"/>
              <a:t>6: Cd14+ </a:t>
            </a:r>
          </a:p>
          <a:p>
            <a:r>
              <a:rPr lang="fr-FR" dirty="0">
                <a:solidFill>
                  <a:srgbClr val="FF0000"/>
                </a:solidFill>
              </a:rPr>
              <a:t>7: Plac8+ </a:t>
            </a:r>
            <a:r>
              <a:rPr lang="fr-FR" dirty="0" err="1">
                <a:solidFill>
                  <a:srgbClr val="FF0000"/>
                </a:solidFill>
              </a:rPr>
              <a:t>infiltrating</a:t>
            </a:r>
            <a:r>
              <a:rPr lang="fr-FR" dirty="0">
                <a:solidFill>
                  <a:srgbClr val="FF0000"/>
                </a:solidFill>
              </a:rPr>
              <a:t> MO (to check)</a:t>
            </a:r>
          </a:p>
          <a:p>
            <a:r>
              <a:rPr lang="fr-FR" dirty="0"/>
              <a:t>8: </a:t>
            </a:r>
            <a:r>
              <a:rPr lang="fr-FR" dirty="0" err="1"/>
              <a:t>mDC</a:t>
            </a:r>
            <a:r>
              <a:rPr lang="fr-FR" dirty="0"/>
              <a:t> (cd209+, Xcr1)</a:t>
            </a:r>
          </a:p>
          <a:p>
            <a:r>
              <a:rPr lang="fr-FR" dirty="0"/>
              <a:t>9: </a:t>
            </a:r>
            <a:r>
              <a:rPr lang="fr-FR" dirty="0" err="1">
                <a:solidFill>
                  <a:srgbClr val="FF0000"/>
                </a:solidFill>
              </a:rPr>
              <a:t>naif</a:t>
            </a:r>
            <a:r>
              <a:rPr lang="fr-FR" dirty="0">
                <a:solidFill>
                  <a:srgbClr val="FF0000"/>
                </a:solidFill>
              </a:rPr>
              <a:t>…?</a:t>
            </a:r>
          </a:p>
          <a:p>
            <a:endParaRPr lang="fr-FR" dirty="0">
              <a:solidFill>
                <a:srgbClr val="FF0000"/>
              </a:solidFill>
            </a:endParaRPr>
          </a:p>
          <a:p>
            <a:endParaRPr lang="fr-FR" dirty="0">
              <a:solidFill>
                <a:srgbClr val="FF0000"/>
              </a:solidFill>
            </a:endParaRPr>
          </a:p>
          <a:p>
            <a:r>
              <a:rPr lang="fr-FR" dirty="0">
                <a:solidFill>
                  <a:srgbClr val="FF0000"/>
                </a:solidFill>
              </a:rPr>
              <a:t>10: </a:t>
            </a:r>
            <a:r>
              <a:rPr lang="fr-FR" dirty="0" err="1">
                <a:solidFill>
                  <a:srgbClr val="00B050"/>
                </a:solidFill>
              </a:rPr>
              <a:t>T</a:t>
            </a:r>
            <a:r>
              <a:rPr lang="fr-FR" dirty="0">
                <a:solidFill>
                  <a:srgbClr val="00B050"/>
                </a:solidFill>
              </a:rPr>
              <a:t> </a:t>
            </a:r>
            <a:r>
              <a:rPr lang="fr-FR" dirty="0" err="1">
                <a:solidFill>
                  <a:srgbClr val="00B050"/>
                </a:solidFill>
              </a:rPr>
              <a:t>cells</a:t>
            </a:r>
            <a:r>
              <a:rPr lang="fr-FR" dirty="0">
                <a:solidFill>
                  <a:srgbClr val="00B050"/>
                </a:solidFill>
              </a:rPr>
              <a:t> malade?</a:t>
            </a:r>
          </a:p>
          <a:p>
            <a:r>
              <a:rPr lang="fr-FR" dirty="0"/>
              <a:t>11: </a:t>
            </a:r>
            <a:r>
              <a:rPr lang="fr-FR" dirty="0" err="1"/>
              <a:t>T</a:t>
            </a:r>
            <a:r>
              <a:rPr lang="fr-FR" dirty="0"/>
              <a:t> </a:t>
            </a:r>
            <a:r>
              <a:rPr lang="fr-FR" dirty="0" err="1"/>
              <a:t>cells</a:t>
            </a:r>
            <a:r>
              <a:rPr lang="fr-FR" dirty="0"/>
              <a:t> </a:t>
            </a:r>
            <a:r>
              <a:rPr lang="fr-FR" dirty="0" err="1"/>
              <a:t>wt</a:t>
            </a:r>
            <a:endParaRPr lang="fr-FR" dirty="0"/>
          </a:p>
          <a:p>
            <a:r>
              <a:rPr lang="fr-FR" dirty="0"/>
              <a:t>12: NKT</a:t>
            </a:r>
          </a:p>
          <a:p>
            <a:r>
              <a:rPr lang="fr-FR" dirty="0"/>
              <a:t>13: </a:t>
            </a:r>
            <a:r>
              <a:rPr lang="fr-FR" dirty="0">
                <a:solidFill>
                  <a:srgbClr val="00B050"/>
                </a:solidFill>
              </a:rPr>
              <a:t>NK ou </a:t>
            </a:r>
            <a:r>
              <a:rPr lang="fr-FR" dirty="0" err="1">
                <a:solidFill>
                  <a:srgbClr val="00B050"/>
                </a:solidFill>
              </a:rPr>
              <a:t>pDC</a:t>
            </a:r>
            <a:endParaRPr lang="fr-FR" dirty="0">
              <a:solidFill>
                <a:srgbClr val="00B050"/>
              </a:solidFill>
            </a:endParaRPr>
          </a:p>
          <a:p>
            <a:r>
              <a:rPr lang="fr-FR" dirty="0">
                <a:solidFill>
                  <a:srgbClr val="00B050"/>
                </a:solidFill>
              </a:rPr>
              <a:t>14: </a:t>
            </a:r>
          </a:p>
        </p:txBody>
      </p:sp>
    </p:spTree>
    <p:extLst>
      <p:ext uri="{BB962C8B-B14F-4D97-AF65-F5344CB8AC3E}">
        <p14:creationId xmlns:p14="http://schemas.microsoft.com/office/powerpoint/2010/main" val="36943208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78</Words>
  <Application>Microsoft Macintosh PowerPoint</Application>
  <PresentationFormat>Grand écran</PresentationFormat>
  <Paragraphs>17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Fabien Le Grand</dc:creator>
  <cp:lastModifiedBy>Fabien Le Grand</cp:lastModifiedBy>
  <cp:revision>2</cp:revision>
  <dcterms:created xsi:type="dcterms:W3CDTF">2022-06-29T09:33:34Z</dcterms:created>
  <dcterms:modified xsi:type="dcterms:W3CDTF">2022-06-29T11:06:51Z</dcterms:modified>
</cp:coreProperties>
</file>