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21"/>
    <p:restoredTop sz="96405"/>
  </p:normalViewPr>
  <p:slideViewPr>
    <p:cSldViewPr snapToGrid="0" snapToObjects="1">
      <p:cViewPr varScale="1">
        <p:scale>
          <a:sx n="81" d="100"/>
          <a:sy n="81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35E46-195A-B940-9F94-53CAED769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7E137C-DCCD-3341-B0DC-E9D3B0883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5DD997-2BE1-E145-8DAA-18A5D90D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0C67C2-9AEC-E042-9725-98487FA8C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8B1979-944D-7347-B46A-DD33B6AC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310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7679D7-8406-994D-8367-1B8415BB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C82AD5-FC81-A849-BCFD-A4378C259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B8F6F6-D7D5-BD40-93CB-D54ECAA8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9FA1FC-2403-2F4C-A731-FD9D5438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918207-201F-6447-A5FA-24AD1708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16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E3C14-8885-6E46-975F-EE03B35C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60A68A-5D99-E647-BDD0-3D9FFA1D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229724-B045-8D49-8206-30792B55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174AB1-D482-EB47-B01D-B9F34B74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F5EBBE-FF29-CC44-A495-8AE475C8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34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8B9D2-7CC5-C143-A99D-A75AE71C9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089D07-E81F-4141-A48E-8539E79D4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143EF2-F676-0943-9F21-3D61BE16C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FC038E-C163-3A48-BBF2-FA34C6C7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A53CD6-FCAF-6A4F-A21F-6A247A20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C18805-EF71-E045-84A3-E7F7E3DA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23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591278-F6E2-B149-879B-B170DBFE8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BD4683-9C7E-DC44-BB29-8787F358C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8D0A438-4BD8-3149-8BE9-F6849B5B3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1498D6-BD23-C54E-A20F-589A3ECFC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F746AF-21F8-FB4E-92E1-537FF841A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FA27FB-4325-C144-8F31-2EC302B7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43CCED8-174C-FD4A-A772-AF10E2EF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D44D82-7B4B-7D40-BEC6-42918361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971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53727-F9CB-D84B-8A26-8A0CF7E9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F7CF5E-0455-CD4F-8607-4FA66DD3C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8F07BA-5298-5E42-980A-ADF8C261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3F2C56-B912-5C4E-9BAC-B4F01345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60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BB85EA-F3BD-1341-AC23-88876F5C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86296C-94DF-864D-96E9-AEB891CB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6A989-E64C-0948-8DFE-23CB0B57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38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1DC62-D4E9-8D4C-9B6B-438E8A59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D81C4-1F5B-2C4C-B6E7-FF1AC004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BC25EF-43C9-0E45-8215-624A93CE8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BD7549-DB9F-4B4F-974E-941A25A3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2E1BAB-D9AB-5D46-8256-103ABB07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70C309-A50B-AA48-ADE5-1C3749B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73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E10B65-0D3C-C04E-A7EA-F1C87A2A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009B7A-0D6E-0740-AB9D-A0CB3E6C8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DB0C88-6CD2-D642-BB29-E435E6CD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D063E1-B0A8-8945-AC00-125FBDA8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AAC2A2-EBC1-5841-AC93-BE39E872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55475F-D540-7F4E-9FC5-96D65E59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67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F0760B-5B24-DF4B-9A12-42B9BA7B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73BFAD-5499-2B48-89E1-07C0AA70F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C376C0-93DE-814E-BEF9-10ADCC609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75DE3-7BAB-7143-99D9-6DE4F59F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714DB1-6473-0544-9C66-E8FDFA97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9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4E451FD-94C2-7045-AFBF-AEAD258D4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80BD6C-8841-2F4F-97D3-615C60B8C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AC542E-8B65-7046-A763-05EAFA96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87DE90-BC8A-564A-9A81-E710BB9E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FA41D2-8DCB-0748-B61E-C8F0D4FE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5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20173E-3344-3345-85EA-D69DDB31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85BE8F-3454-B741-8211-11335D782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F84785-2ED6-2342-B4EA-E6B653E40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3581-17FF-814E-BE51-3530745ED4CA}" type="datetimeFigureOut">
              <a:rPr lang="fr-FR" smtClean="0"/>
              <a:t>23/05/2022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2822DF-3ACF-8949-869A-257CD3E14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DF3B64-8DDB-594E-BAD5-B540AE9A4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E96BC-5921-CE44-82CE-3AB8580C7A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668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698F800-6D48-7A42-A28A-C3422D05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32" y="573932"/>
            <a:ext cx="5829300" cy="58369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5FC953E-5411-DE4D-83A7-EF1B61E2B89E}"/>
              </a:ext>
            </a:extLst>
          </p:cNvPr>
          <p:cNvSpPr txBox="1"/>
          <p:nvPr/>
        </p:nvSpPr>
        <p:spPr>
          <a:xfrm>
            <a:off x="6946900" y="573932"/>
            <a:ext cx="249299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Helvetica" pitchFamily="2" charset="0"/>
              </a:rPr>
              <a:t>0: </a:t>
            </a:r>
            <a:r>
              <a:rPr lang="fr-FR" dirty="0" err="1">
                <a:latin typeface="Helvetica" pitchFamily="2" charset="0"/>
              </a:rPr>
              <a:t>Capillary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1: Folr2+ Monocytes</a:t>
            </a:r>
          </a:p>
          <a:p>
            <a:r>
              <a:rPr lang="fr-FR" dirty="0">
                <a:latin typeface="Helvetica" pitchFamily="2" charset="0"/>
              </a:rPr>
              <a:t>2: Lars2+ 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3: Trem2+ 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4: MHCII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5: </a:t>
            </a:r>
            <a:r>
              <a:rPr lang="fr-FR" dirty="0" err="1">
                <a:latin typeface="Helvetica" pitchFamily="2" charset="0"/>
              </a:rPr>
              <a:t>Sprouting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6: </a:t>
            </a:r>
            <a:r>
              <a:rPr lang="fr-FR" dirty="0" err="1">
                <a:latin typeface="Helvetica" pitchFamily="2" charset="0"/>
              </a:rPr>
              <a:t>mDCs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7: Cd14+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8: </a:t>
            </a:r>
            <a:r>
              <a:rPr lang="fr-FR" dirty="0" err="1">
                <a:latin typeface="Helvetica" pitchFamily="2" charset="0"/>
              </a:rPr>
              <a:t>Fibroblasts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9: Mural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10: </a:t>
            </a:r>
            <a:r>
              <a:rPr lang="fr-FR" dirty="0" err="1">
                <a:latin typeface="Helvetica" pitchFamily="2" charset="0"/>
              </a:rPr>
              <a:t>Lymphatic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11: </a:t>
            </a:r>
            <a:r>
              <a:rPr lang="fr-FR" dirty="0" err="1">
                <a:latin typeface="Helvetica" pitchFamily="2" charset="0"/>
              </a:rPr>
              <a:t>Red</a:t>
            </a:r>
            <a:r>
              <a:rPr lang="fr-FR" dirty="0">
                <a:latin typeface="Helvetica" pitchFamily="2" charset="0"/>
              </a:rPr>
              <a:t> Blood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12: MuSCs</a:t>
            </a:r>
          </a:p>
          <a:p>
            <a:r>
              <a:rPr lang="fr-FR" dirty="0">
                <a:latin typeface="Helvetica" pitchFamily="2" charset="0"/>
              </a:rPr>
              <a:t>13: </a:t>
            </a:r>
            <a:r>
              <a:rPr lang="fr-FR" dirty="0" err="1">
                <a:latin typeface="Helvetica" pitchFamily="2" charset="0"/>
              </a:rPr>
              <a:t>Erythrophagocytes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14: Large Vessel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15: M2-like M</a:t>
            </a:r>
            <a:r>
              <a:rPr lang="el-GR" dirty="0">
                <a:latin typeface="Helvetica" pitchFamily="2" charset="0"/>
              </a:rPr>
              <a:t>Φ</a:t>
            </a:r>
          </a:p>
          <a:p>
            <a:r>
              <a:rPr lang="fr-FR" dirty="0">
                <a:latin typeface="Helvetica" pitchFamily="2" charset="0"/>
              </a:rPr>
              <a:t>16: </a:t>
            </a:r>
            <a:r>
              <a:rPr lang="fr-FR" dirty="0" err="1">
                <a:latin typeface="Helvetica" pitchFamily="2" charset="0"/>
              </a:rPr>
              <a:t>Regulatory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T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17: NK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18: Schwann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19: NKT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20: </a:t>
            </a:r>
            <a:r>
              <a:rPr lang="fr-FR" dirty="0" err="1">
                <a:latin typeface="Helvetica" pitchFamily="2" charset="0"/>
              </a:rPr>
              <a:t>pDCs</a:t>
            </a:r>
            <a:endParaRPr lang="fr-FR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55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2B206E-23E1-D44C-882D-0CBC0719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49" y="457200"/>
            <a:ext cx="5821680" cy="583692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237EF9B-45F4-B44E-A450-D7D78FC89684}"/>
              </a:ext>
            </a:extLst>
          </p:cNvPr>
          <p:cNvSpPr txBox="1"/>
          <p:nvPr/>
        </p:nvSpPr>
        <p:spPr>
          <a:xfrm>
            <a:off x="6997700" y="1358900"/>
            <a:ext cx="228139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Helvetica" pitchFamily="2" charset="0"/>
              </a:rPr>
              <a:t>0: </a:t>
            </a:r>
            <a:r>
              <a:rPr lang="fr-FR" dirty="0" err="1">
                <a:latin typeface="Helvetica" pitchFamily="2" charset="0"/>
              </a:rPr>
              <a:t>Fibroblasts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1: « </a:t>
            </a:r>
            <a:r>
              <a:rPr lang="fr-FR" dirty="0" err="1">
                <a:latin typeface="Helvetica" pitchFamily="2" charset="0"/>
              </a:rPr>
              <a:t>Naive</a:t>
            </a:r>
            <a:r>
              <a:rPr lang="fr-FR" dirty="0">
                <a:latin typeface="Helvetica" pitchFamily="2" charset="0"/>
              </a:rPr>
              <a:t> »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2: Sparc+ M</a:t>
            </a:r>
            <a:r>
              <a:rPr lang="el-GR" dirty="0">
                <a:latin typeface="Helvetica" pitchFamily="2" charset="0"/>
              </a:rPr>
              <a:t>Φ</a:t>
            </a:r>
            <a:r>
              <a:rPr lang="fr-FR" dirty="0">
                <a:latin typeface="Helvetica" pitchFamily="2" charset="0"/>
              </a:rPr>
              <a:t> </a:t>
            </a:r>
          </a:p>
          <a:p>
            <a:r>
              <a:rPr lang="fr-FR" dirty="0">
                <a:latin typeface="Helvetica" pitchFamily="2" charset="0"/>
              </a:rPr>
              <a:t>3: MuSCs</a:t>
            </a:r>
          </a:p>
          <a:p>
            <a:r>
              <a:rPr lang="fr-FR" dirty="0">
                <a:latin typeface="Helvetica" pitchFamily="2" charset="0"/>
              </a:rPr>
              <a:t>4: </a:t>
            </a:r>
            <a:r>
              <a:rPr lang="fr-FR" dirty="0" err="1">
                <a:latin typeface="Helvetica" pitchFamily="2" charset="0"/>
              </a:rPr>
              <a:t>Sprouting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5: Lars2+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6: Trem2+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7: MHCII+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8: </a:t>
            </a:r>
            <a:r>
              <a:rPr lang="fr-FR" dirty="0" err="1">
                <a:latin typeface="Helvetica" pitchFamily="2" charset="0"/>
              </a:rPr>
              <a:t>Capillary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ECs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9: Folr2+ Monocytes</a:t>
            </a:r>
          </a:p>
          <a:p>
            <a:r>
              <a:rPr lang="fr-FR" dirty="0">
                <a:latin typeface="Helvetica" pitchFamily="2" charset="0"/>
              </a:rPr>
              <a:t>10: Cd14+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11: Mural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12: </a:t>
            </a:r>
            <a:r>
              <a:rPr lang="fr-FR" dirty="0" err="1">
                <a:latin typeface="Helvetica" pitchFamily="2" charset="0"/>
              </a:rPr>
              <a:t>Cytotoxic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T</a:t>
            </a:r>
            <a:r>
              <a:rPr lang="fr-FR" dirty="0">
                <a:latin typeface="Helvetica" pitchFamily="2" charset="0"/>
              </a:rPr>
              <a:t>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13: </a:t>
            </a:r>
            <a:r>
              <a:rPr lang="fr-FR" dirty="0" err="1">
                <a:latin typeface="Helvetica" pitchFamily="2" charset="0"/>
              </a:rPr>
              <a:t>mDCs</a:t>
            </a:r>
            <a:endParaRPr lang="fr-FR" dirty="0">
              <a:latin typeface="Helvetica" pitchFamily="2" charset="0"/>
            </a:endParaRPr>
          </a:p>
          <a:p>
            <a:r>
              <a:rPr lang="fr-FR" dirty="0">
                <a:latin typeface="Helvetica" pitchFamily="2" charset="0"/>
              </a:rPr>
              <a:t>14: Schwann </a:t>
            </a:r>
            <a:r>
              <a:rPr lang="fr-FR" dirty="0" err="1">
                <a:latin typeface="Helvetica" pitchFamily="2" charset="0"/>
              </a:rPr>
              <a:t>Cells</a:t>
            </a:r>
            <a:endParaRPr lang="fr-FR" dirty="0">
              <a:latin typeface="Helvetica" pitchFamily="2" charset="0"/>
            </a:endParaRPr>
          </a:p>
          <a:p>
            <a:endParaRPr lang="fr-FR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9432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163</Words>
  <Application>Microsoft Macintosh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Fabien Le Grand</dc:creator>
  <cp:lastModifiedBy>Fabien Le Grand</cp:lastModifiedBy>
  <cp:revision>6</cp:revision>
  <dcterms:created xsi:type="dcterms:W3CDTF">2022-05-03T14:00:59Z</dcterms:created>
  <dcterms:modified xsi:type="dcterms:W3CDTF">2022-05-23T15:43:49Z</dcterms:modified>
</cp:coreProperties>
</file>